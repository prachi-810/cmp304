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3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26E340-9BB9-40C0-9BFC-D9A9091BE6FD}" v="3" dt="2024-10-28T09:45:16.3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ya patel" userId="aec79102d911bdd8" providerId="LiveId" clId="{C026E340-9BB9-40C0-9BFC-D9A9091BE6FD}"/>
    <pc:docChg chg="custSel addSld delSld modSld">
      <pc:chgData name="diya patel" userId="aec79102d911bdd8" providerId="LiveId" clId="{C026E340-9BB9-40C0-9BFC-D9A9091BE6FD}" dt="2024-11-05T16:10:49.020" v="548" actId="20577"/>
      <pc:docMkLst>
        <pc:docMk/>
      </pc:docMkLst>
      <pc:sldChg chg="modSp new mod">
        <pc:chgData name="diya patel" userId="aec79102d911bdd8" providerId="LiveId" clId="{C026E340-9BB9-40C0-9BFC-D9A9091BE6FD}" dt="2024-10-28T09:45:16.584" v="430" actId="27636"/>
        <pc:sldMkLst>
          <pc:docMk/>
          <pc:sldMk cId="2163549949" sldId="256"/>
        </pc:sldMkLst>
        <pc:spChg chg="mod">
          <ac:chgData name="diya patel" userId="aec79102d911bdd8" providerId="LiveId" clId="{C026E340-9BB9-40C0-9BFC-D9A9091BE6FD}" dt="2024-10-28T09:45:16.584" v="430" actId="27636"/>
          <ac:spMkLst>
            <pc:docMk/>
            <pc:sldMk cId="2163549949" sldId="256"/>
            <ac:spMk id="2" creationId="{85C84968-2DBA-EC7C-270F-3160EC5D3008}"/>
          </ac:spMkLst>
        </pc:spChg>
        <pc:spChg chg="mod">
          <ac:chgData name="diya patel" userId="aec79102d911bdd8" providerId="LiveId" clId="{C026E340-9BB9-40C0-9BFC-D9A9091BE6FD}" dt="2024-10-28T09:45:16.381" v="426"/>
          <ac:spMkLst>
            <pc:docMk/>
            <pc:sldMk cId="2163549949" sldId="256"/>
            <ac:spMk id="3" creationId="{62EB22A3-B7E8-3B11-496E-A37EA0FEAEB9}"/>
          </ac:spMkLst>
        </pc:spChg>
      </pc:sldChg>
      <pc:sldChg chg="addSp delSp modSp new mod">
        <pc:chgData name="diya patel" userId="aec79102d911bdd8" providerId="LiveId" clId="{C026E340-9BB9-40C0-9BFC-D9A9091BE6FD}" dt="2024-10-28T09:45:16.381" v="426"/>
        <pc:sldMkLst>
          <pc:docMk/>
          <pc:sldMk cId="3838162617" sldId="257"/>
        </pc:sldMkLst>
        <pc:spChg chg="mod">
          <ac:chgData name="diya patel" userId="aec79102d911bdd8" providerId="LiveId" clId="{C026E340-9BB9-40C0-9BFC-D9A9091BE6FD}" dt="2024-10-28T09:45:16.381" v="426"/>
          <ac:spMkLst>
            <pc:docMk/>
            <pc:sldMk cId="3838162617" sldId="257"/>
            <ac:spMk id="2" creationId="{4E0A48BA-E62D-FC79-B324-A2871FBEFBD2}"/>
          </ac:spMkLst>
        </pc:spChg>
        <pc:spChg chg="del">
          <ac:chgData name="diya patel" userId="aec79102d911bdd8" providerId="LiveId" clId="{C026E340-9BB9-40C0-9BFC-D9A9091BE6FD}" dt="2024-10-28T05:50:27.627" v="40" actId="931"/>
          <ac:spMkLst>
            <pc:docMk/>
            <pc:sldMk cId="3838162617" sldId="257"/>
            <ac:spMk id="3" creationId="{3FAAC749-40B7-42B4-280E-249D8085301E}"/>
          </ac:spMkLst>
        </pc:spChg>
        <pc:picChg chg="add mod">
          <ac:chgData name="diya patel" userId="aec79102d911bdd8" providerId="LiveId" clId="{C026E340-9BB9-40C0-9BFC-D9A9091BE6FD}" dt="2024-10-28T05:50:50.643" v="44" actId="14100"/>
          <ac:picMkLst>
            <pc:docMk/>
            <pc:sldMk cId="3838162617" sldId="257"/>
            <ac:picMk id="5" creationId="{97FF9A8E-C6C8-A803-C865-3A7E8E6D1BAD}"/>
          </ac:picMkLst>
        </pc:picChg>
      </pc:sldChg>
      <pc:sldChg chg="modSp new del mod">
        <pc:chgData name="diya patel" userId="aec79102d911bdd8" providerId="LiveId" clId="{C026E340-9BB9-40C0-9BFC-D9A9091BE6FD}" dt="2024-10-28T09:41:32.764" v="421" actId="2696"/>
        <pc:sldMkLst>
          <pc:docMk/>
          <pc:sldMk cId="838495113" sldId="258"/>
        </pc:sldMkLst>
        <pc:spChg chg="mod">
          <ac:chgData name="diya patel" userId="aec79102d911bdd8" providerId="LiveId" clId="{C026E340-9BB9-40C0-9BFC-D9A9091BE6FD}" dt="2024-10-28T05:54:33.805" v="94" actId="20577"/>
          <ac:spMkLst>
            <pc:docMk/>
            <pc:sldMk cId="838495113" sldId="258"/>
            <ac:spMk id="2" creationId="{51B6D6CB-13A7-C328-CE26-9D89D27386D1}"/>
          </ac:spMkLst>
        </pc:spChg>
        <pc:spChg chg="mod">
          <ac:chgData name="diya patel" userId="aec79102d911bdd8" providerId="LiveId" clId="{C026E340-9BB9-40C0-9BFC-D9A9091BE6FD}" dt="2024-10-28T05:54:06.706" v="73" actId="5793"/>
          <ac:spMkLst>
            <pc:docMk/>
            <pc:sldMk cId="838495113" sldId="258"/>
            <ac:spMk id="3" creationId="{C19BC974-2081-6B59-86AE-55DF1F1A85D3}"/>
          </ac:spMkLst>
        </pc:spChg>
      </pc:sldChg>
      <pc:sldChg chg="modSp new mod">
        <pc:chgData name="diya patel" userId="aec79102d911bdd8" providerId="LiveId" clId="{C026E340-9BB9-40C0-9BFC-D9A9091BE6FD}" dt="2024-10-28T09:45:16.381" v="426"/>
        <pc:sldMkLst>
          <pc:docMk/>
          <pc:sldMk cId="439771962" sldId="259"/>
        </pc:sldMkLst>
        <pc:spChg chg="mod">
          <ac:chgData name="diya patel" userId="aec79102d911bdd8" providerId="LiveId" clId="{C026E340-9BB9-40C0-9BFC-D9A9091BE6FD}" dt="2024-10-28T09:45:16.381" v="426"/>
          <ac:spMkLst>
            <pc:docMk/>
            <pc:sldMk cId="439771962" sldId="259"/>
            <ac:spMk id="2" creationId="{684F3FDE-70EE-8557-FEDE-303C0985EF98}"/>
          </ac:spMkLst>
        </pc:spChg>
        <pc:spChg chg="mod">
          <ac:chgData name="diya patel" userId="aec79102d911bdd8" providerId="LiveId" clId="{C026E340-9BB9-40C0-9BFC-D9A9091BE6FD}" dt="2024-10-28T09:45:16.381" v="426"/>
          <ac:spMkLst>
            <pc:docMk/>
            <pc:sldMk cId="439771962" sldId="259"/>
            <ac:spMk id="3" creationId="{500CCE90-F645-3398-048D-0330A784DF26}"/>
          </ac:spMkLst>
        </pc:spChg>
      </pc:sldChg>
      <pc:sldChg chg="modSp new mod">
        <pc:chgData name="diya patel" userId="aec79102d911bdd8" providerId="LiveId" clId="{C026E340-9BB9-40C0-9BFC-D9A9091BE6FD}" dt="2024-10-28T09:45:16.381" v="426"/>
        <pc:sldMkLst>
          <pc:docMk/>
          <pc:sldMk cId="2227307762" sldId="260"/>
        </pc:sldMkLst>
        <pc:spChg chg="mod">
          <ac:chgData name="diya patel" userId="aec79102d911bdd8" providerId="LiveId" clId="{C026E340-9BB9-40C0-9BFC-D9A9091BE6FD}" dt="2024-10-28T09:45:16.381" v="426"/>
          <ac:spMkLst>
            <pc:docMk/>
            <pc:sldMk cId="2227307762" sldId="260"/>
            <ac:spMk id="2" creationId="{09179E33-14FE-232D-D9E7-AB9CE5776624}"/>
          </ac:spMkLst>
        </pc:spChg>
        <pc:spChg chg="mod">
          <ac:chgData name="diya patel" userId="aec79102d911bdd8" providerId="LiveId" clId="{C026E340-9BB9-40C0-9BFC-D9A9091BE6FD}" dt="2024-10-28T09:45:16.381" v="426"/>
          <ac:spMkLst>
            <pc:docMk/>
            <pc:sldMk cId="2227307762" sldId="260"/>
            <ac:spMk id="3" creationId="{A9B07F4B-7957-3552-2CED-4C39DEF348F7}"/>
          </ac:spMkLst>
        </pc:spChg>
      </pc:sldChg>
      <pc:sldChg chg="modSp new mod">
        <pc:chgData name="diya patel" userId="aec79102d911bdd8" providerId="LiveId" clId="{C026E340-9BB9-40C0-9BFC-D9A9091BE6FD}" dt="2024-10-28T09:45:16.584" v="427" actId="27636"/>
        <pc:sldMkLst>
          <pc:docMk/>
          <pc:sldMk cId="733798718" sldId="261"/>
        </pc:sldMkLst>
        <pc:spChg chg="mod">
          <ac:chgData name="diya patel" userId="aec79102d911bdd8" providerId="LiveId" clId="{C026E340-9BB9-40C0-9BFC-D9A9091BE6FD}" dt="2024-10-28T09:45:16.381" v="426"/>
          <ac:spMkLst>
            <pc:docMk/>
            <pc:sldMk cId="733798718" sldId="261"/>
            <ac:spMk id="2" creationId="{41AD68ED-85F5-385A-28CF-190950B4BBE9}"/>
          </ac:spMkLst>
        </pc:spChg>
        <pc:spChg chg="mod">
          <ac:chgData name="diya patel" userId="aec79102d911bdd8" providerId="LiveId" clId="{C026E340-9BB9-40C0-9BFC-D9A9091BE6FD}" dt="2024-10-28T09:45:16.584" v="427" actId="27636"/>
          <ac:spMkLst>
            <pc:docMk/>
            <pc:sldMk cId="733798718" sldId="261"/>
            <ac:spMk id="3" creationId="{86E0A77F-AF45-D9D6-3922-2ABA43DB1EE8}"/>
          </ac:spMkLst>
        </pc:spChg>
      </pc:sldChg>
      <pc:sldChg chg="modSp new mod">
        <pc:chgData name="diya patel" userId="aec79102d911bdd8" providerId="LiveId" clId="{C026E340-9BB9-40C0-9BFC-D9A9091BE6FD}" dt="2024-10-28T09:45:16.584" v="428" actId="27636"/>
        <pc:sldMkLst>
          <pc:docMk/>
          <pc:sldMk cId="3841017352" sldId="262"/>
        </pc:sldMkLst>
        <pc:spChg chg="mod">
          <ac:chgData name="diya patel" userId="aec79102d911bdd8" providerId="LiveId" clId="{C026E340-9BB9-40C0-9BFC-D9A9091BE6FD}" dt="2024-10-28T09:45:16.381" v="426"/>
          <ac:spMkLst>
            <pc:docMk/>
            <pc:sldMk cId="3841017352" sldId="262"/>
            <ac:spMk id="2" creationId="{7CD5426A-559B-D1CC-7ADF-839F3E66034F}"/>
          </ac:spMkLst>
        </pc:spChg>
        <pc:spChg chg="mod">
          <ac:chgData name="diya patel" userId="aec79102d911bdd8" providerId="LiveId" clId="{C026E340-9BB9-40C0-9BFC-D9A9091BE6FD}" dt="2024-10-28T09:45:16.584" v="428" actId="27636"/>
          <ac:spMkLst>
            <pc:docMk/>
            <pc:sldMk cId="3841017352" sldId="262"/>
            <ac:spMk id="3" creationId="{336BE03F-E99E-5353-71EB-C7C28C372EDF}"/>
          </ac:spMkLst>
        </pc:spChg>
      </pc:sldChg>
      <pc:sldChg chg="modSp new del mod">
        <pc:chgData name="diya patel" userId="aec79102d911bdd8" providerId="LiveId" clId="{C026E340-9BB9-40C0-9BFC-D9A9091BE6FD}" dt="2024-10-28T06:22:09.321" v="365" actId="2696"/>
        <pc:sldMkLst>
          <pc:docMk/>
          <pc:sldMk cId="2075045613" sldId="263"/>
        </pc:sldMkLst>
        <pc:spChg chg="mod">
          <ac:chgData name="diya patel" userId="aec79102d911bdd8" providerId="LiveId" clId="{C026E340-9BB9-40C0-9BFC-D9A9091BE6FD}" dt="2024-10-28T06:21:56.503" v="364" actId="20577"/>
          <ac:spMkLst>
            <pc:docMk/>
            <pc:sldMk cId="2075045613" sldId="263"/>
            <ac:spMk id="3" creationId="{0D3D30FC-56E1-68D6-C5DD-A42943FD5BC2}"/>
          </ac:spMkLst>
        </pc:spChg>
      </pc:sldChg>
      <pc:sldChg chg="modSp new mod">
        <pc:chgData name="diya patel" userId="aec79102d911bdd8" providerId="LiveId" clId="{C026E340-9BB9-40C0-9BFC-D9A9091BE6FD}" dt="2024-10-28T09:45:16.381" v="426"/>
        <pc:sldMkLst>
          <pc:docMk/>
          <pc:sldMk cId="3203675576" sldId="263"/>
        </pc:sldMkLst>
        <pc:spChg chg="mod">
          <ac:chgData name="diya patel" userId="aec79102d911bdd8" providerId="LiveId" clId="{C026E340-9BB9-40C0-9BFC-D9A9091BE6FD}" dt="2024-10-28T09:45:16.381" v="426"/>
          <ac:spMkLst>
            <pc:docMk/>
            <pc:sldMk cId="3203675576" sldId="263"/>
            <ac:spMk id="2" creationId="{4568E551-D044-E48C-EE34-07806638B58E}"/>
          </ac:spMkLst>
        </pc:spChg>
        <pc:spChg chg="mod">
          <ac:chgData name="diya patel" userId="aec79102d911bdd8" providerId="LiveId" clId="{C026E340-9BB9-40C0-9BFC-D9A9091BE6FD}" dt="2024-10-28T09:45:16.381" v="426"/>
          <ac:spMkLst>
            <pc:docMk/>
            <pc:sldMk cId="3203675576" sldId="263"/>
            <ac:spMk id="3" creationId="{AA647681-DD74-5B2D-357E-D130B190F4E5}"/>
          </ac:spMkLst>
        </pc:spChg>
      </pc:sldChg>
      <pc:sldChg chg="addSp delSp modSp new mod">
        <pc:chgData name="diya patel" userId="aec79102d911bdd8" providerId="LiveId" clId="{C026E340-9BB9-40C0-9BFC-D9A9091BE6FD}" dt="2024-11-05T16:10:49.020" v="548" actId="20577"/>
        <pc:sldMkLst>
          <pc:docMk/>
          <pc:sldMk cId="1223011666" sldId="264"/>
        </pc:sldMkLst>
        <pc:spChg chg="mod">
          <ac:chgData name="diya patel" userId="aec79102d911bdd8" providerId="LiveId" clId="{C026E340-9BB9-40C0-9BFC-D9A9091BE6FD}" dt="2024-11-05T16:10:49.020" v="548" actId="20577"/>
          <ac:spMkLst>
            <pc:docMk/>
            <pc:sldMk cId="1223011666" sldId="264"/>
            <ac:spMk id="2" creationId="{8E5FADBB-7173-809A-EC61-BB2096F81ED4}"/>
          </ac:spMkLst>
        </pc:spChg>
        <pc:spChg chg="del mod">
          <ac:chgData name="diya patel" userId="aec79102d911bdd8" providerId="LiveId" clId="{C026E340-9BB9-40C0-9BFC-D9A9091BE6FD}" dt="2024-11-05T16:07:55.297" v="431" actId="478"/>
          <ac:spMkLst>
            <pc:docMk/>
            <pc:sldMk cId="1223011666" sldId="264"/>
            <ac:spMk id="3" creationId="{947465E1-4248-F37A-9AF3-02F9B478CF04}"/>
          </ac:spMkLst>
        </pc:spChg>
        <pc:spChg chg="add mod">
          <ac:chgData name="diya patel" userId="aec79102d911bdd8" providerId="LiveId" clId="{C026E340-9BB9-40C0-9BFC-D9A9091BE6FD}" dt="2024-11-05T16:10:15.512" v="541" actId="20577"/>
          <ac:spMkLst>
            <pc:docMk/>
            <pc:sldMk cId="1223011666" sldId="264"/>
            <ac:spMk id="5" creationId="{E1A554EB-E3FC-FD48-47EB-508AD90019B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46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190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892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18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918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79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12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038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007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5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1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1876491A-5B33-4B9E-89B0-BBEA5EDBD9B9}" type="datetimeFigureOut">
              <a:rPr lang="en-IN" smtClean="0"/>
              <a:t>05-11-2024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A6A898-7B63-4D93-9770-25C6837971C0}" type="slidenum">
              <a:rPr lang="en-IN" smtClean="0"/>
              <a:t>‹#›</a:t>
            </a:fld>
            <a:endParaRPr lang="en-IN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59627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5C84968-2DBA-EC7C-270F-3160EC5D3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Laravel Certification Course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2EB22A3-B7E8-3B11-496E-A37EA0FEA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54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0A48BA-E62D-FC79-B324-A2871FBEF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19" y="258286"/>
            <a:ext cx="6974006" cy="6423722"/>
          </a:xfrm>
        </p:spPr>
      </p:pic>
    </p:spTree>
    <p:extLst>
      <p:ext uri="{BB962C8B-B14F-4D97-AF65-F5344CB8AC3E}">
        <p14:creationId xmlns:p14="http://schemas.microsoft.com/office/powerpoint/2010/main" val="3838162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68E551-D044-E48C-EE34-07806638B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A647681-DD74-5B2D-357E-D130B190F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Laravel is a popular open-source web application framework written in PHP. It was created to simplify and streamline the development process for building web applications. Laravel provides an elegant syntax and a set of tools and features that help developers manage common tasks more easily.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367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4F3FDE-70EE-8557-FEDE-303C0985E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Laravel Purpose?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0CCE90-F645-3398-048D-0330A784D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Laravel makes development easier by providing a clean, easy-to-read syntax. It handles many common tasks, like routing, authentication, caching, and session management, which saves developers from having to build these features from scratch. By including these built-in tools, Laravel allows developers to focus more on creating unique features for their applications instead of repeating the same code, helping them be more productive and innovative.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771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179E33-14FE-232D-D9E7-AB9CE577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Laravel over plain PHP: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B07F4B-7957-3552-2CED-4C39DEF34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Organized </a:t>
            </a:r>
            <a:r>
              <a:rPr lang="en-US" dirty="0" err="1"/>
              <a:t>CodeLaravel</a:t>
            </a:r>
            <a:r>
              <a:rPr lang="en-US" dirty="0"/>
              <a:t> uses the MVC structure, making code easier to organize, scale, and maintain as your app grows.	</a:t>
            </a:r>
          </a:p>
          <a:p>
            <a:r>
              <a:rPr lang="en-US" dirty="0"/>
              <a:t>Built-in </a:t>
            </a:r>
            <a:r>
              <a:rPr lang="en-US" dirty="0" err="1"/>
              <a:t>ToolsLaravel</a:t>
            </a:r>
            <a:r>
              <a:rPr lang="en-US" dirty="0"/>
              <a:t> comes with helpful tools and packages, so you don’t have to build everything from scratch.</a:t>
            </a:r>
          </a:p>
          <a:p>
            <a:r>
              <a:rPr lang="en-US" dirty="0"/>
              <a:t>Strong </a:t>
            </a:r>
            <a:r>
              <a:rPr lang="en-US" dirty="0" err="1"/>
              <a:t>SupportA</a:t>
            </a:r>
            <a:r>
              <a:rPr lang="en-US" dirty="0"/>
              <a:t> large community and good documentation make it easy to find help and learn.</a:t>
            </a:r>
          </a:p>
          <a:p>
            <a:r>
              <a:rPr lang="en-US" dirty="0"/>
              <a:t>Modern </a:t>
            </a:r>
            <a:r>
              <a:rPr lang="en-US" dirty="0" err="1"/>
              <a:t>FeaturesLaravel</a:t>
            </a:r>
            <a:r>
              <a:rPr lang="en-US" dirty="0"/>
              <a:t> has features like database management, templating, and command-line tools to speed up development and keep code up-to-date.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30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AD68ED-85F5-385A-28CF-190950B4B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Keyfolders</a:t>
            </a:r>
            <a:r>
              <a:rPr lang="en-US" dirty="0"/>
              <a:t> of Laravel framework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6E0A77F-AF45-D9D6-3922-2ABA43DB1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public: Entry point with </a:t>
            </a:r>
            <a:r>
              <a:rPr lang="en-IN" dirty="0" err="1"/>
              <a:t>index.php</a:t>
            </a:r>
            <a:r>
              <a:rPr lang="en-IN" dirty="0"/>
              <a:t> and public assets (CSS, JavaScript, images).</a:t>
            </a:r>
          </a:p>
          <a:p>
            <a:r>
              <a:rPr lang="en-IN" dirty="0"/>
              <a:t>resources: Stores non-PHP files.</a:t>
            </a:r>
          </a:p>
          <a:p>
            <a:r>
              <a:rPr lang="en-IN" dirty="0"/>
              <a:t>views: Blade templates for UI.	</a:t>
            </a:r>
          </a:p>
          <a:p>
            <a:r>
              <a:rPr lang="en-IN" dirty="0"/>
              <a:t>lang: Language files for localization.	</a:t>
            </a:r>
          </a:p>
          <a:p>
            <a:r>
              <a:rPr lang="en-IN" dirty="0"/>
              <a:t>routes: Defines how HTTP requests are handled.	</a:t>
            </a:r>
          </a:p>
          <a:p>
            <a:r>
              <a:rPr lang="en-IN" dirty="0"/>
              <a:t>storage: Temporary files like logs, cache, and sessions.</a:t>
            </a:r>
          </a:p>
          <a:p>
            <a:r>
              <a:rPr lang="en-IN" dirty="0"/>
              <a:t>tests: Contains application test cases.</a:t>
            </a:r>
          </a:p>
          <a:p>
            <a:r>
              <a:rPr lang="en-IN" dirty="0"/>
              <a:t>vendor: Holds Composer dependencies, including Laravel and other libraries.</a:t>
            </a:r>
          </a:p>
          <a:p>
            <a:r>
              <a:rPr lang="en-IN" dirty="0"/>
              <a:t>These folders keep code organized and separate different aspects of the app.</a:t>
            </a:r>
          </a:p>
        </p:txBody>
      </p:sp>
    </p:spTree>
    <p:extLst>
      <p:ext uri="{BB962C8B-B14F-4D97-AF65-F5344CB8AC3E}">
        <p14:creationId xmlns:p14="http://schemas.microsoft.com/office/powerpoint/2010/main" val="733798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CD5426A-559B-D1CC-7ADF-839F3E660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Summary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6BE03F-E99E-5353-71EB-C7C28C372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Streamlined Development: Laravel simplifies building modern, feature-rich applications.</a:t>
            </a:r>
          </a:p>
          <a:p>
            <a:r>
              <a:rPr lang="en-IN" dirty="0"/>
              <a:t>Artisan CLI: Command-line tool for setup, migrations, and testing.</a:t>
            </a:r>
          </a:p>
          <a:p>
            <a:r>
              <a:rPr lang="en-IN" dirty="0"/>
              <a:t>Eloquent ORM: Makes database interactions easy and intuitive.</a:t>
            </a:r>
          </a:p>
          <a:p>
            <a:r>
              <a:rPr lang="en-IN" dirty="0"/>
              <a:t>Blade Templating: Allows dynamic, reusable views.</a:t>
            </a:r>
          </a:p>
          <a:p>
            <a:r>
              <a:rPr lang="en-IN" dirty="0"/>
              <a:t>Best Practices: Promotes clean, maintainable code.</a:t>
            </a:r>
          </a:p>
          <a:p>
            <a:r>
              <a:rPr lang="en-IN" dirty="0"/>
              <a:t>MVC Pattern:</a:t>
            </a:r>
          </a:p>
          <a:p>
            <a:r>
              <a:rPr lang="en-IN" dirty="0"/>
              <a:t>Model: Manages data and business logic, connects to the database.</a:t>
            </a:r>
          </a:p>
          <a:p>
            <a:r>
              <a:rPr lang="en-IN" dirty="0"/>
              <a:t>View: Displays data to the user, using Blade for dynamic content.</a:t>
            </a:r>
          </a:p>
          <a:p>
            <a:r>
              <a:rPr lang="en-IN" dirty="0"/>
              <a:t>Controller: Links models and views, handles input and responses.</a:t>
            </a:r>
          </a:p>
        </p:txBody>
      </p:sp>
    </p:spTree>
    <p:extLst>
      <p:ext uri="{BB962C8B-B14F-4D97-AF65-F5344CB8AC3E}">
        <p14:creationId xmlns:p14="http://schemas.microsoft.com/office/powerpoint/2010/main" val="3841017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5FADBB-7173-809A-EC61-BB2096F81E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2800" dirty="0" err="1" smtClean="0"/>
              <a:t>Prachi</a:t>
            </a:r>
            <a:r>
              <a:rPr lang="en-IN" sz="2800" dirty="0" smtClean="0"/>
              <a:t> </a:t>
            </a:r>
            <a:r>
              <a:rPr lang="en-IN" sz="2800" dirty="0" err="1" smtClean="0"/>
              <a:t>Parmar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 smtClean="0"/>
              <a:t>23000810</a:t>
            </a: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>SY BCA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E1A554EB-E3FC-FD48-47EB-508AD90019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4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3011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74</TotalTime>
  <Words>291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Madison</vt:lpstr>
      <vt:lpstr>Laravel Certification Course</vt:lpstr>
      <vt:lpstr>PowerPoint Presentation</vt:lpstr>
      <vt:lpstr>Introduction</vt:lpstr>
      <vt:lpstr>What’s the Laravel Purpose?</vt:lpstr>
      <vt:lpstr>Advantages of Laravel over plain PHP:</vt:lpstr>
      <vt:lpstr>Keyfolders of Laravel framework</vt:lpstr>
      <vt:lpstr>Module Summary </vt:lpstr>
      <vt:lpstr>Prachi Parmar 23000810 SY BCA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 Certification Course</dc:title>
  <dc:creator>diya patel</dc:creator>
  <cp:lastModifiedBy>parth1312</cp:lastModifiedBy>
  <cp:revision>2</cp:revision>
  <dcterms:created xsi:type="dcterms:W3CDTF">2024-10-28T05:40:35Z</dcterms:created>
  <dcterms:modified xsi:type="dcterms:W3CDTF">2024-11-05T18:38:46Z</dcterms:modified>
</cp:coreProperties>
</file>